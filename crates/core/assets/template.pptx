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14630400" cy="82296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__EX__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__EX__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__EX__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__EX__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__EX__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自定义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 Lei</dc:creator>
  <cp:lastModifiedBy>EX Lei</cp:lastModifiedBy>
  <cp:revision>1</cp:revision>
  <dcterms:modified xsi:type="dcterms:W3CDTF">2026-07-24T04:33:34Z</dcterms:modified>
</cp:coreProperties>
</file>